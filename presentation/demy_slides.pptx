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20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20240"/>
            <a:ext cx="1645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QIYAS DATA SCIENCE / AI HACKATHON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Ethiopian Smallholder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Crop-Yield Challenge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plot-level yield (tons/ha) using survey, weather and market data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cleaning → integration → analysis → modeling →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 |  </a:t>
            </a: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University  |  October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0" y="6126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5915"/>
            <a:ext cx="12191695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01  ·  DATA CLEANING &amp; INTEGRATION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91440" cy="2651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Standardization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&amp; crops cleaned across all tables.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Oromia, Amhara, SNNPR, Somali, Tigray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Crops: teff · maize · wheat · sorghum · barley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0EDE6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280160"/>
            <a:ext cx="91440" cy="2651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Growing-Season Join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month + next 3 months.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aggregated (temp, rainfall, heat days).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→ row count preserved.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581717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0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280160"/>
            <a:ext cx="91440" cy="2651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&amp; Masters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19659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automated checks – all PASS.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master_train / master_test exported.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never used as model feature.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471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34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FROM JOIN AUDIT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15,090 → 15,090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train rows preserved   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3,750 → 3,750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test rows preserved   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 unmatched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after price imputation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Growing-season window incomplete for ~19% of plots → handled with available months + train-median imputation (Rule 6)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02  ·  WHAT THE DATA SAYS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Teff earns the highest revenue per hectare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lower physical yield (~2.0 t/ha), teff’s premium market price produces ~148k Birr/ha — ahead of maize and wheat. Economic ranking ≠ physical ranking.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AGRO-ECOLOGICAL PATTERN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in SNNPR / Oromia leads yield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shows the lowest yields (~1.5 t/ha mean). Pattern tracks rainfall and altitude suitability. Weather-derived features capture this signal.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51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t/ha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5029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Peak maize yield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(SNNPR)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3987368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4251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26280" y="5029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weather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windows handled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38160" y="397764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4251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66760" y="5029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stats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all imputation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5915"/>
            <a:ext cx="12191695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03  ·  MODELING &amp; 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 comparison (held-out 20% split)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673352"/>
            <a:ext cx="3291840" cy="411480"/>
          </a:xfrm>
          <a:prstGeom prst="roundRect">
            <a:avLst>
              <a:gd name="adj" fmla="val 15625"/>
            </a:avLst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600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313432"/>
            <a:ext cx="2708180" cy="365760"/>
          </a:xfrm>
          <a:prstGeom prst="roundRect">
            <a:avLst>
              <a:gd name="adj" fmla="val 15625"/>
            </a:avLst>
          </a:prstGeom>
          <a:solidFill>
            <a:srgbClr val="CBD5E0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2240280"/>
            <a:ext cx="7268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953512"/>
            <a:ext cx="1892808" cy="292608"/>
          </a:xfrm>
          <a:prstGeom prst="roundRect">
            <a:avLst>
              <a:gd name="adj" fmla="val 15625"/>
            </a:avLst>
          </a:prstGeom>
          <a:solidFill>
            <a:srgbClr val="CBD5E0"/>
          </a:solidFill>
          <a:ln/>
        </p:spPr>
      </p:sp>
      <p:sp>
        <p:nvSpPr>
          <p:cNvPr id="13" name="Text 11"/>
          <p:cNvSpPr/>
          <p:nvPr/>
        </p:nvSpPr>
        <p:spPr>
          <a:xfrm>
            <a:off x="5596128" y="2880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3593592"/>
            <a:ext cx="1709928" cy="292608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413248" y="3520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2890088"/>
            <a:ext cx="3840480" cy="3246120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3816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6696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0.48 t/ha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6696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0.35 t/ha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66960" y="3429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0.477 ± 0.012</a:t>
            </a:r>
            <a:endParaRPr lang="en-US" sz="1400" u="sng" dirty="0"/>
          </a:p>
        </p:txBody>
      </p:sp>
      <p:sp>
        <p:nvSpPr>
          <p:cNvPr id="28" name="Text 26"/>
          <p:cNvSpPr/>
          <p:nvPr/>
        </p:nvSpPr>
        <p:spPr>
          <a:xfrm>
            <a:off x="813816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(2024)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0" y="4434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0.58 t/ha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ablation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66960" y="4937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Worth 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47473"/>
            <a:ext cx="12191695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04  ·  IMPACT, DEMO &amp;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0.35 t/ha  →  roughly 15–18% of mean yield. At average prices this is several thousand Birr per hectare of revenue error. A cooperative manager can treat predictions as accurate to within about 0.35 tons per hectare on average.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61188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Higher error in Somali and at altitude extremes. Largest residuals linked to low-yield / high-variance conditions. Region + weather features retained.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3273357"/>
            <a:ext cx="361188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379476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looks up weather &amp; price automatically.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app/app.py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plot details → yield + revenue returned.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971800"/>
            <a:ext cx="361188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Try Next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79476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regression for prediction intervals.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Regional equity check.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plan for climate drift across new seasons.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459</Words>
  <Application>Microsoft Office PowerPoint</Application>
  <PresentationFormat>Widescreen</PresentationFormat>
  <Paragraphs>81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Ethiopian Smallholder Crop-Yield Challenge</dc:title>
  <dc:subject>Qiyas Data Science / AI Hackathon – Final Presentation</dc:subject>
  <dc:creator>Team Qiyas</dc:creator>
  <cp:lastModifiedBy>Eshetu Mesfin</cp:lastModifiedBy>
  <cp:revision>3</cp:revision>
  <dcterms:created xsi:type="dcterms:W3CDTF">2026-10-06T12:04:22Z</dcterms:created>
  <dcterms:modified xsi:type="dcterms:W3CDTF">2026-10-06T12:24:14Z</dcterms:modified>
</cp:coreProperties>
</file>